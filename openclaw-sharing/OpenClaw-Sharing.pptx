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分享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工作流实践与 Harness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Damon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 AI 使用需求全景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201168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信息获取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01168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知识沉淀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200400"/>
            <a:ext cx="201168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项目开发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200400"/>
            <a:ext cx="201168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日常协作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3931920"/>
            <a:ext cx="201168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探索实验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这些需求不是独立的，是相互关联的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需求如何落地为项目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构建方式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051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快速研究陌生领域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动物声音通信研究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搜索 → 整理 → 写入文档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知识沉淀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2nd_brain 知识库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长期维护 + cron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写代码/调试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ClawTeam 多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开发 + OpenClaw 运行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2-3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协作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↔ Outis A2A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插件 + 网络配置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核心概念：让 AI 理解我的工作流，并嵌入其中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 Agent 工具对比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本地化定制 Agent 平台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Level 1-3 全支持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多 Agent 协作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自动化能力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长期积累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6517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云端通用 Agent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快速响应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即用即走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研究能力强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低学习成本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05840"/>
            <a:ext cx="26517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34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代码专用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代码能力突出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开发场景优化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项目上下文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快速迭代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不是「哪个更好」，而是「哪个更适合」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Engineering：让 Agent 从工具变成伙伴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即用即走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直接对话，完成任务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无配置、无定制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例：问 Hermes 一个问题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配置适配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 Skills、配置 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理解你的偏好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例：Hermes 记住你的工作习惯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工作流嵌入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参与多阶段流程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与其他 Agent 协作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例：OpenClaw + 2nd_brain + cron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521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不是所有项目都要 Level 3，不同需求适合不同层次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Agent 不是魔法，是工具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不同需求需要不同的 Harness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选择工具的关键：理解你的需求类型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从 Level 1 开始，逐步深入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让 Agent 从工具变成伙伴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 | 欢迎交流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分享 - AI Agent 工作流实践</dc:title>
  <dc:subject>PptxGenJS Presentation</dc:subject>
  <dc:creator>Damon</dc:creator>
  <cp:lastModifiedBy>Damon</cp:lastModifiedBy>
  <cp:revision>1</cp:revision>
  <dcterms:created xsi:type="dcterms:W3CDTF">2026-04-19T04:25:46Z</dcterms:created>
  <dcterms:modified xsi:type="dcterms:W3CDTF">2026-04-19T04:25:46Z</dcterms:modified>
</cp:coreProperties>
</file>